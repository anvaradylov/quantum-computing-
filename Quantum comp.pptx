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30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36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53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8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41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4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2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3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609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30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7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F9C7CA5-93C8-4F00-A77C-B9AA7EB419E2}" type="datetimeFigureOut">
              <a:rPr lang="en-US" smtClean="0"/>
              <a:t>12/3/2019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A18115-F41A-405C-A64B-8529D1BEAA8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4279-37D2-466F-A374-F29F1F4A2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Logical functions transformation into quantum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352D2-75D7-4208-94A5-EA99469AB4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Anvar Adylov</a:t>
            </a:r>
          </a:p>
        </p:txBody>
      </p:sp>
    </p:spTree>
    <p:extLst>
      <p:ext uri="{BB962C8B-B14F-4D97-AF65-F5344CB8AC3E}">
        <p14:creationId xmlns:p14="http://schemas.microsoft.com/office/powerpoint/2010/main" val="376731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BFD7-DD42-4DBE-B7E5-386D4769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47163"/>
            <a:ext cx="10058400" cy="145075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A694A-C988-402A-B234-3B4531982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14BC73-C605-4160-864E-B0A87B179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861" y="1984997"/>
            <a:ext cx="7436945" cy="34694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6FE966-63E6-4566-BAFD-529E38D24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3594"/>
            <a:ext cx="6977575" cy="329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4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740E-D7B0-46CD-A6EC-BB7BDD05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5510E-5620-4412-A51D-201E34EA2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It’s a huge advantage in the field of quantum computing if you have a program that can create optimal cost-effective circuits for quantum computers which will result in more accurate results since less error will accumulate.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Since classical programming is based on logical gates such as AND, OR and etc.  it will allow us to write quantum analogues of  classical circuits that exist. </a:t>
            </a:r>
          </a:p>
        </p:txBody>
      </p:sp>
    </p:spTree>
    <p:extLst>
      <p:ext uri="{BB962C8B-B14F-4D97-AF65-F5344CB8AC3E}">
        <p14:creationId xmlns:p14="http://schemas.microsoft.com/office/powerpoint/2010/main" val="402599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6C19-F147-4EB4-A816-7BD4F9FB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-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80329-E6DB-42D1-9F3E-901753637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27A854-B787-4793-B794-08B5E9B3E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014" y="1662113"/>
            <a:ext cx="815340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6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8D206-4F2E-4359-A169-6BF5F52D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Toffoli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16D95-CBDA-46A1-AE4A-DB8918F89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8497" y="1811558"/>
            <a:ext cx="6725529" cy="4351338"/>
          </a:xfrm>
        </p:spPr>
        <p:txBody>
          <a:bodyPr/>
          <a:lstStyle/>
          <a:p>
            <a:r>
              <a:rPr lang="en-US" dirty="0"/>
              <a:t>If first 2 both 1 flips the target’s value</a:t>
            </a:r>
          </a:p>
          <a:p>
            <a:r>
              <a:rPr lang="en-US" dirty="0"/>
              <a:t>Can be achieved in quantum via the circuit below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D39613-F63A-4D89-877C-CFFEA6A06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609" y="4138612"/>
            <a:ext cx="4733733" cy="153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EE02828-A1DA-4F1F-ADB9-43D8DD787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448" y="1690688"/>
            <a:ext cx="1569801" cy="180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4FD617-27A0-45D2-BA19-4844948BA9C2}"/>
              </a:ext>
            </a:extLst>
          </p:cNvPr>
          <p:cNvSpPr/>
          <p:nvPr/>
        </p:nvSpPr>
        <p:spPr>
          <a:xfrm>
            <a:off x="3075146" y="5793564"/>
            <a:ext cx="906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Costs 5</a:t>
            </a:r>
          </a:p>
        </p:txBody>
      </p:sp>
    </p:spTree>
    <p:extLst>
      <p:ext uri="{BB962C8B-B14F-4D97-AF65-F5344CB8AC3E}">
        <p14:creationId xmlns:p14="http://schemas.microsoft.com/office/powerpoint/2010/main" val="404254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49CA-8FEB-4AC1-B951-EF08FACF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417CC-59C0-447A-9DB6-70BF6DF6B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Creating a list of possible quantum logical gates that program can use in order to decompose </a:t>
            </a:r>
            <a:r>
              <a:rPr lang="en-US" sz="2400" dirty="0" err="1"/>
              <a:t>toffoli</a:t>
            </a:r>
            <a:r>
              <a:rPr lang="en-US" sz="2400" dirty="0"/>
              <a:t> gate as a database that can be edited and expanded by user</a:t>
            </a:r>
          </a:p>
          <a:p>
            <a:endParaRPr lang="en-US" sz="2400" dirty="0"/>
          </a:p>
          <a:p>
            <a:r>
              <a:rPr lang="en-US" sz="2400" dirty="0"/>
              <a:t>Logical functions translation to the circuit with elimination of redundant gates</a:t>
            </a:r>
          </a:p>
          <a:p>
            <a:endParaRPr lang="en-US" sz="2400" dirty="0"/>
          </a:p>
          <a:p>
            <a:r>
              <a:rPr lang="en-US" sz="2400" dirty="0"/>
              <a:t>Analysis of the multiple control </a:t>
            </a:r>
            <a:r>
              <a:rPr lang="en-US" sz="2400" dirty="0" err="1"/>
              <a:t>toffoli</a:t>
            </a:r>
            <a:r>
              <a:rPr lang="en-US" sz="2400" dirty="0"/>
              <a:t> gates and finding optimal combination of the simple quantum logical gates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5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E32A7-8303-44B3-AB0B-88656AC5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A06F2-D066-4C9B-8D56-821D5EFDF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program that can read a logical function from </a:t>
            </a:r>
            <a:r>
              <a:rPr lang="en-US" sz="3200" dirty="0" err="1"/>
              <a:t>pla</a:t>
            </a:r>
            <a:r>
              <a:rPr lang="en-US" sz="3200" dirty="0"/>
              <a:t> file and if its consists of simple quantum logical gates it can list them but not for complex algorithms that consist of  </a:t>
            </a:r>
            <a:r>
              <a:rPr lang="en-US" sz="3200" dirty="0" err="1"/>
              <a:t>toffoli</a:t>
            </a:r>
            <a:r>
              <a:rPr lang="en-US" sz="3200" dirty="0"/>
              <a:t> gates that controlled by more than 2 variables.</a:t>
            </a:r>
          </a:p>
        </p:txBody>
      </p:sp>
    </p:spTree>
    <p:extLst>
      <p:ext uri="{BB962C8B-B14F-4D97-AF65-F5344CB8AC3E}">
        <p14:creationId xmlns:p14="http://schemas.microsoft.com/office/powerpoint/2010/main" val="1027961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9E7A-625C-41B3-ACB3-422B15401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prospects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1E8CA-0B32-40BB-A97D-CB7F92A8E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Complete the program so it can solve  more complex logical algorithms that can have multiple solutions.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Add the database that users can expand that is used to create a quantum circuit.</a:t>
            </a:r>
          </a:p>
          <a:p>
            <a:endParaRPr lang="en-US" sz="2400" dirty="0"/>
          </a:p>
          <a:p>
            <a:r>
              <a:rPr lang="en-US" sz="2400" dirty="0"/>
              <a:t>Make the program to be able to count the efficiency of the circuit so it can choose the most efficient one.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26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09C1-7960-4958-A2CE-4B83D504B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31475681" cy="3967724"/>
          </a:xfrm>
        </p:spPr>
        <p:txBody>
          <a:bodyPr>
            <a:normAutofit/>
          </a:bodyPr>
          <a:lstStyle/>
          <a:p>
            <a:r>
              <a:rPr lang="en-US" sz="6600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479293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7EBF-5CC7-46AC-AA9B-E1CED5158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E30E-5786-4662-B371-DD0BCB71F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Revlib</a:t>
            </a:r>
            <a:r>
              <a:rPr lang="en-US" dirty="0"/>
              <a:t>  – File Format Documentation</a:t>
            </a:r>
          </a:p>
          <a:p>
            <a:endParaRPr lang="en-US" dirty="0"/>
          </a:p>
          <a:p>
            <a:r>
              <a:rPr lang="en-US" dirty="0"/>
              <a:t>Robert Wille, Hoang M. Le, Gerhard W. Dueck, Daniel </a:t>
            </a:r>
            <a:r>
              <a:rPr lang="en-US" dirty="0" err="1"/>
              <a:t>Große</a:t>
            </a:r>
            <a:r>
              <a:rPr lang="en-US" dirty="0"/>
              <a:t>: Quantified Synthesis of Reversible Logic. Design, Automation and Test in Europe, 2008</a:t>
            </a:r>
          </a:p>
          <a:p>
            <a:endParaRPr lang="en-US" dirty="0"/>
          </a:p>
          <a:p>
            <a:r>
              <a:rPr lang="en-US" dirty="0"/>
              <a:t>Daniel </a:t>
            </a:r>
            <a:r>
              <a:rPr lang="en-US" dirty="0" err="1"/>
              <a:t>Große</a:t>
            </a:r>
            <a:r>
              <a:rPr lang="en-US" dirty="0"/>
              <a:t>, Robert Wille, Gerhard W. Dueck, Rolf Drechsler: Exact Synthesis of Elementary Quantum Gate Circuits for Reversible Functions with Don't Cares. Int'l </a:t>
            </a:r>
            <a:r>
              <a:rPr lang="en-US" dirty="0" err="1"/>
              <a:t>Symp</a:t>
            </a:r>
            <a:r>
              <a:rPr lang="en-US" dirty="0"/>
              <a:t>. on Multi-Valued Logic, 2008</a:t>
            </a:r>
          </a:p>
          <a:p>
            <a:endParaRPr lang="en-US" dirty="0"/>
          </a:p>
          <a:p>
            <a:r>
              <a:rPr lang="en-US" dirty="0"/>
              <a:t>T. Toffoli: Reversible Computing. Automata, Languages and Programming, 1980</a:t>
            </a:r>
          </a:p>
        </p:txBody>
      </p:sp>
    </p:spTree>
    <p:extLst>
      <p:ext uri="{BB962C8B-B14F-4D97-AF65-F5344CB8AC3E}">
        <p14:creationId xmlns:p14="http://schemas.microsoft.com/office/powerpoint/2010/main" val="25355066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937</TotalTime>
  <Words>353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Retrospect</vt:lpstr>
      <vt:lpstr>Logical functions transformation into quantum circuits</vt:lpstr>
      <vt:lpstr>Introduction</vt:lpstr>
      <vt:lpstr>Motivation</vt:lpstr>
      <vt:lpstr>Solution - code</vt:lpstr>
      <vt:lpstr>Toffoli gate</vt:lpstr>
      <vt:lpstr>Difficulties</vt:lpstr>
      <vt:lpstr>Results</vt:lpstr>
      <vt:lpstr>Future prospects</vt:lpstr>
      <vt:lpstr>Thank you for your attention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circuits</dc:title>
  <dc:creator>Anvar Adylov</dc:creator>
  <cp:lastModifiedBy>Anvar Adylov</cp:lastModifiedBy>
  <cp:revision>15</cp:revision>
  <dcterms:created xsi:type="dcterms:W3CDTF">2019-12-03T14:16:49Z</dcterms:created>
  <dcterms:modified xsi:type="dcterms:W3CDTF">2019-12-04T05:53:58Z</dcterms:modified>
</cp:coreProperties>
</file>